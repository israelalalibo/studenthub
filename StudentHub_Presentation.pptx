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13" d="100"/>
          <a:sy n="11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68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5706-87B5-1AE9-39AB-37954849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78FDC-0907-74BC-D57D-6EFFD24C1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16EB0-5CA5-AB2D-E705-20C2F5F72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E2373-CB66-3E81-508E-EFC276852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03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-hub-beige-pi.vercel.app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234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StudentHub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Marketplace with AI-Powered Price Prediction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Tamunokuro Karibo Alalibo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Software Engineering with Professional Experience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Supervisors: Lee Griffiths &amp; Maira Alamgir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 •  2025/2026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33F978-C886-54BC-4521-61A374D87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931" y="313042"/>
            <a:ext cx="1955409" cy="998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&amp;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70809"/>
            <a:ext cx="3657600" cy="2158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lack a dedicated marketplace</a:t>
            </a:r>
          </a:p>
          <a:p>
            <a:pPr marL="342900" indent="-342900">
              <a:buSzPct val="100000"/>
              <a:buChar char="•"/>
            </a:pPr>
            <a:endParaRPr lang="en-US" sz="1300" b="1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pricing guidance for second-hand items</a:t>
            </a:r>
          </a:p>
          <a:p>
            <a:pPr marL="342900" indent="-342900">
              <a:buSzPct val="100000"/>
              <a:buChar char="•"/>
            </a:pPr>
            <a:endParaRPr lang="en-US" sz="1300" b="1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eBay/Vinted not designed for campus use</a:t>
            </a:r>
          </a:p>
          <a:p>
            <a:pPr marL="342900" indent="-342900">
              <a:buSzPct val="100000"/>
              <a:buChar char="•"/>
            </a:pPr>
            <a:endParaRPr lang="en-US" sz="1300" b="1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resources wasted, not reused</a:t>
            </a:r>
            <a:endParaRPr lang="en-US" sz="1300" b="1" dirty="0"/>
          </a:p>
        </p:txBody>
      </p:sp>
      <p:sp>
        <p:nvSpPr>
          <p:cNvPr id="6" name="Text 4"/>
          <p:cNvSpPr/>
          <p:nvPr/>
        </p:nvSpPr>
        <p:spPr>
          <a:xfrm>
            <a:off x="548640" y="377516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36299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65369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77440" y="433033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StudentHub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student marketplace</a:t>
            </a:r>
          </a:p>
          <a:p>
            <a:pPr marL="342900" indent="-342900">
              <a:buSzPct val="100000"/>
              <a:buChar char="•"/>
            </a:pP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price predictions</a:t>
            </a:r>
          </a:p>
          <a:p>
            <a:pPr marL="342900" indent="-342900">
              <a:buSzPct val="100000"/>
              <a:buChar char="•"/>
            </a:pP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payments via Stripe</a:t>
            </a:r>
          </a:p>
          <a:p>
            <a:pPr marL="342900" indent="-342900">
              <a:buSzPct val="100000"/>
              <a:buChar char="•"/>
            </a:pP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messaging &amp; reviews</a:t>
            </a:r>
            <a:endParaRPr lang="en-US" sz="1300" b="1" dirty="0"/>
          </a:p>
        </p:txBody>
      </p:sp>
      <p:sp>
        <p:nvSpPr>
          <p:cNvPr id="14" name="Shape 12"/>
          <p:cNvSpPr/>
          <p:nvPr/>
        </p:nvSpPr>
        <p:spPr>
          <a:xfrm>
            <a:off x="4846320" y="4134394"/>
            <a:ext cx="374904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415725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Book Valuator = Core Differentiator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2801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• CSS • JavaScript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560320" cy="12801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Express.js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560320" cy="12801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Integrations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09B65C2-B428-97D9-3F68-83B14732D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347" y="3128101"/>
            <a:ext cx="1181567" cy="889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299BF24-1E25-B200-0221-F171826BB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041" y="3089152"/>
            <a:ext cx="1792493" cy="95706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0F47CB3-5440-AD89-17C2-82319FD61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727" y="4155727"/>
            <a:ext cx="1605344" cy="8628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E5E19D4-5C91-E147-9935-EF2DE2F44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839" y="3136753"/>
            <a:ext cx="1696784" cy="9224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7C8F2ED-0B65-A2EF-6627-253717F1A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9349" y="4130054"/>
            <a:ext cx="1842369" cy="85418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B966FDF-15D3-75F4-D5BE-D8EB1ADDAE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924" y="3246120"/>
            <a:ext cx="1543427" cy="16720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967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StudentHub in Action 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0" y="2897945"/>
            <a:ext cx="548640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3063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3429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Sign up / Sign in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Create listing with AI price prediction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Browse, search &amp; add to cart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Checkout &amp; messaging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4340E-0718-04C5-C829-A2FAE0E29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87850A-529F-825E-E7AF-0281D510E406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C6D25B-A8B9-1BDA-7BA9-C0D66D9CF74A}"/>
              </a:ext>
            </a:extLst>
          </p:cNvPr>
          <p:cNvSpPr/>
          <p:nvPr/>
        </p:nvSpPr>
        <p:spPr>
          <a:xfrm>
            <a:off x="457200" y="1005839"/>
            <a:ext cx="4023360" cy="3425483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bg1">
                    <a:lumMod val="95000"/>
                  </a:schemeClr>
                </a:solidFill>
              </a:rPr>
              <a:t>Design and develop a user-friendly interface that enables users to buy and sell items easily and intuitively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bg1">
                    <a:lumMod val="95000"/>
                  </a:schemeClr>
                </a:solidFill>
              </a:rPr>
              <a:t>Design and develop a well-structured database to store user, products, and transaction data efficiently.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bg1">
                    <a:lumMod val="95000"/>
                  </a:schemeClr>
                </a:solidFill>
              </a:rPr>
              <a:t>Implement a secure login system that allows users to log in using either their student ID or university email.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bg1">
                    <a:lumMod val="95000"/>
                  </a:schemeClr>
                </a:solidFill>
              </a:rPr>
              <a:t>Integrate an AI-powered price prediction feature to suggest fair and competitive item prices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BE4E82-461F-2363-44A3-41A442DC64BB}"/>
              </a:ext>
            </a:extLst>
          </p:cNvPr>
          <p:cNvSpPr/>
          <p:nvPr/>
        </p:nvSpPr>
        <p:spPr>
          <a:xfrm>
            <a:off x="569741" y="1188720"/>
            <a:ext cx="3657600" cy="2848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b="1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F1F3B2-BE62-2746-033A-56DE94693EDB}"/>
              </a:ext>
            </a:extLst>
          </p:cNvPr>
          <p:cNvSpPr/>
          <p:nvPr/>
        </p:nvSpPr>
        <p:spPr>
          <a:xfrm>
            <a:off x="4663440" y="1005840"/>
            <a:ext cx="4023360" cy="3108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lvl="0"/>
            <a:r>
              <a:rPr lang="en-GB" sz="1400" dirty="0">
                <a:solidFill>
                  <a:schemeClr val="bg1"/>
                </a:solidFill>
              </a:rPr>
              <a:t>5.      Implement a secure payment gateway to     facilitate safe transactions between buyers and sellers.</a:t>
            </a:r>
          </a:p>
          <a:p>
            <a:pPr marL="342900" lvl="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GB" sz="1400" dirty="0">
                <a:solidFill>
                  <a:schemeClr val="bg1"/>
                </a:solidFill>
              </a:rPr>
              <a:t>6.      Learn and apply Node.js to handle backend logic, API development, and server-side functionality.</a:t>
            </a:r>
          </a:p>
          <a:p>
            <a:pPr marL="342900" lvl="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GB" sz="1400" dirty="0">
                <a:solidFill>
                  <a:schemeClr val="bg1"/>
                </a:solidFill>
              </a:rPr>
              <a:t>7.      Perform unit testing and user testing to verify functionality, usability, and overall performance.</a:t>
            </a:r>
          </a:p>
          <a:p>
            <a:pPr marL="342900" lvl="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8.       Deploy the completed application to a web hosting service for live access and testing.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E3F472-5176-6C65-AFAD-E9BEE822ED42}"/>
              </a:ext>
            </a:extLst>
          </p:cNvPr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9DDA283-2701-8F45-A477-86EB1737F632}"/>
              </a:ext>
            </a:extLst>
          </p:cNvPr>
          <p:cNvSpPr/>
          <p:nvPr/>
        </p:nvSpPr>
        <p:spPr>
          <a:xfrm>
            <a:off x="4846320" y="1097280"/>
            <a:ext cx="3657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6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4A4B16-4DF8-D135-5B7C-AC4D74170357}"/>
              </a:ext>
            </a:extLst>
          </p:cNvPr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</a:rPr>
              <a:t>     							:) ✅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8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011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Met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51760" cy="20116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2103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User Testing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2011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26480" y="2103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Conducted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600200" cy="6400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 (21 tests)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2148840" y="3611880"/>
            <a:ext cx="1600200" cy="6400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214884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Testing</a:t>
            </a:r>
            <a:endParaRPr lang="en-US" sz="1400" b="1" dirty="0"/>
          </a:p>
        </p:txBody>
      </p:sp>
      <p:sp>
        <p:nvSpPr>
          <p:cNvPr id="17" name="Shape 15"/>
          <p:cNvSpPr/>
          <p:nvPr/>
        </p:nvSpPr>
        <p:spPr>
          <a:xfrm>
            <a:off x="3840480" y="3611880"/>
            <a:ext cx="1600200" cy="6400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384048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5532120" y="3611880"/>
            <a:ext cx="1600200" cy="6400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3212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Testing (1000 users)</a:t>
            </a:r>
            <a:endParaRPr lang="en-US" sz="1400" b="1" dirty="0"/>
          </a:p>
        </p:txBody>
      </p:sp>
      <p:sp>
        <p:nvSpPr>
          <p:cNvPr id="21" name="Shape 19"/>
          <p:cNvSpPr/>
          <p:nvPr/>
        </p:nvSpPr>
        <p:spPr>
          <a:xfrm>
            <a:off x="7223760" y="3611880"/>
            <a:ext cx="1600200" cy="6400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 (6 participants)</a:t>
            </a:r>
            <a:endParaRPr lang="en-US" sz="1400" b="1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"Easy to use and navigate" — User Feedback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Reflections &amp;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108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LESSONS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methodology essential for evolving requirements</a:t>
            </a:r>
          </a:p>
          <a:p>
            <a:pPr>
              <a:buSzPct val="100000"/>
            </a:pP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must be built-in from day one</a:t>
            </a:r>
          </a:p>
          <a:p>
            <a:pPr>
              <a:buSzPct val="100000"/>
            </a:pP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 reveals unexpected insights</a:t>
            </a:r>
          </a:p>
          <a:p>
            <a:pPr>
              <a:buSzPct val="100000"/>
            </a:pP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requires robust error handling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108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SSO integration</a:t>
            </a:r>
          </a:p>
          <a:p>
            <a:pPr>
              <a:buSzPct val="100000"/>
            </a:pPr>
            <a:endParaRPr lang="en-US" sz="1600" b="1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Multi-image product uploads</a:t>
            </a:r>
          </a:p>
          <a:p>
            <a:pPr>
              <a:buSzPct val="100000"/>
            </a:pPr>
            <a:endParaRPr lang="en-US" sz="1600" b="1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calibration with real data</a:t>
            </a:r>
          </a:p>
          <a:p>
            <a:pPr marL="342900" indent="-342900">
              <a:buSzPct val="100000"/>
              <a:buChar char="•"/>
            </a:pPr>
            <a:endParaRPr lang="en-US" sz="1600" b="1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version</a:t>
            </a:r>
            <a:endParaRPr lang="en-US" sz="1600" b="1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project made me more passionate about solving real-world issues."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</a:t>
            </a: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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4114800"/>
            <a:ext cx="36576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Tamunokuro Karibo Alalibo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@00677340  •  AGG526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3333</TotalTime>
  <Words>430</Words>
  <Application>Microsoft Office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StudentHub: Student Marketplace with AI Price Prediction</dc:title>
  <dc:subject>PptxGenJS Presentation</dc:subject>
  <dc:creator>Israel Tamunokuro Karibo Alalibo</dc:creator>
  <cp:lastModifiedBy>Israel Karibo Alalibo</cp:lastModifiedBy>
  <cp:revision>6</cp:revision>
  <dcterms:created xsi:type="dcterms:W3CDTF">2026-04-10T23:23:50Z</dcterms:created>
  <dcterms:modified xsi:type="dcterms:W3CDTF">2026-04-29T10:33:22Z</dcterms:modified>
</cp:coreProperties>
</file>